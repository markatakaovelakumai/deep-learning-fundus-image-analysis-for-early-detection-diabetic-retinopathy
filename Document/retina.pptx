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84EC9-FA50-4A8F-8E20-B0E20DB650FF}" v="15" dt="2026-02-20T19:00:30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ta kovela kumari" userId="6d0919bc5079d995" providerId="LiveId" clId="{DB8AE9DF-B12C-4BB2-AE30-BFE608F43682}"/>
    <pc:docChg chg="undo custSel addSld delSld modSld sldOrd">
      <pc:chgData name="markata kovela kumari" userId="6d0919bc5079d995" providerId="LiveId" clId="{DB8AE9DF-B12C-4BB2-AE30-BFE608F43682}" dt="2026-02-20T19:00:40.056" v="459" actId="20577"/>
      <pc:docMkLst>
        <pc:docMk/>
      </pc:docMkLst>
      <pc:sldChg chg="delSp del mod">
        <pc:chgData name="markata kovela kumari" userId="6d0919bc5079d995" providerId="LiveId" clId="{DB8AE9DF-B12C-4BB2-AE30-BFE608F43682}" dt="2026-02-20T18:17:20.444" v="137" actId="2696"/>
        <pc:sldMkLst>
          <pc:docMk/>
          <pc:sldMk cId="3556649519" sldId="256"/>
        </pc:sldMkLst>
        <pc:spChg chg="del">
          <ac:chgData name="markata kovela kumari" userId="6d0919bc5079d995" providerId="LiveId" clId="{DB8AE9DF-B12C-4BB2-AE30-BFE608F43682}" dt="2026-02-20T17:14:11.058" v="0" actId="478"/>
          <ac:spMkLst>
            <pc:docMk/>
            <pc:sldMk cId="3556649519" sldId="256"/>
            <ac:spMk id="2" creationId="{62064B3F-9C28-B161-8894-8622A9DC1CCB}"/>
          </ac:spMkLst>
        </pc:spChg>
        <pc:spChg chg="del">
          <ac:chgData name="markata kovela kumari" userId="6d0919bc5079d995" providerId="LiveId" clId="{DB8AE9DF-B12C-4BB2-AE30-BFE608F43682}" dt="2026-02-20T17:14:13.493" v="1" actId="478"/>
          <ac:spMkLst>
            <pc:docMk/>
            <pc:sldMk cId="3556649519" sldId="256"/>
            <ac:spMk id="3" creationId="{3D375449-D22A-5EB3-AD3D-61B38FC4B66E}"/>
          </ac:spMkLst>
        </pc:spChg>
      </pc:sldChg>
      <pc:sldChg chg="addSp delSp modSp new del mod">
        <pc:chgData name="markata kovela kumari" userId="6d0919bc5079d995" providerId="LiveId" clId="{DB8AE9DF-B12C-4BB2-AE30-BFE608F43682}" dt="2026-02-20T17:15:45.892" v="9" actId="2696"/>
        <pc:sldMkLst>
          <pc:docMk/>
          <pc:sldMk cId="33952712" sldId="257"/>
        </pc:sldMkLst>
        <pc:spChg chg="del">
          <ac:chgData name="markata kovela kumari" userId="6d0919bc5079d995" providerId="LiveId" clId="{DB8AE9DF-B12C-4BB2-AE30-BFE608F43682}" dt="2026-02-20T17:14:36.113" v="3" actId="478"/>
          <ac:spMkLst>
            <pc:docMk/>
            <pc:sldMk cId="33952712" sldId="257"/>
            <ac:spMk id="2" creationId="{BCC7F5C1-D977-5D55-D270-E7FF41EDE38F}"/>
          </ac:spMkLst>
        </pc:spChg>
        <pc:spChg chg="del">
          <ac:chgData name="markata kovela kumari" userId="6d0919bc5079d995" providerId="LiveId" clId="{DB8AE9DF-B12C-4BB2-AE30-BFE608F43682}" dt="2026-02-20T17:14:40.234" v="4" actId="478"/>
          <ac:spMkLst>
            <pc:docMk/>
            <pc:sldMk cId="33952712" sldId="257"/>
            <ac:spMk id="3" creationId="{4AFFDF02-18B0-B565-5574-0A243AB08F1B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4" creationId="{232EEFA9-ADC5-4788-8D6C-E756469AD430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6" creationId="{F2301A9A-79EE-114D-3F07-4BCF0DD89509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10" creationId="{F2BAF8DA-AFC7-A223-6A8F-7E6E2F7AC4FD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13" creationId="{1990DB15-1CF4-03EA-B22A-B47572B8B84C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14" creationId="{24123BBE-286F-348B-10B5-A90F3F941210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18" creationId="{FF874CBD-2C34-3965-5E2F-46B743532A09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19" creationId="{4CB306B2-EB9E-5B72-2F59-6195AB4F076C}"/>
          </ac:spMkLst>
        </pc:spChg>
        <pc:spChg chg="add del mod">
          <ac:chgData name="markata kovela kumari" userId="6d0919bc5079d995" providerId="LiveId" clId="{DB8AE9DF-B12C-4BB2-AE30-BFE608F43682}" dt="2026-02-20T17:14:59.013" v="8"/>
          <ac:spMkLst>
            <pc:docMk/>
            <pc:sldMk cId="33952712" sldId="257"/>
            <ac:spMk id="20" creationId="{E5B2C6CA-D042-A77A-381F-6F8E133734D8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21" creationId="{0EE8834A-1840-A1D2-0509-BA082F576381}"/>
          </ac:spMkLst>
        </pc:spChg>
        <pc:spChg chg="add">
          <ac:chgData name="markata kovela kumari" userId="6d0919bc5079d995" providerId="LiveId" clId="{DB8AE9DF-B12C-4BB2-AE30-BFE608F43682}" dt="2026-02-20T17:14:45.365" v="5"/>
          <ac:spMkLst>
            <pc:docMk/>
            <pc:sldMk cId="33952712" sldId="257"/>
            <ac:spMk id="22" creationId="{4BB3B237-B011-98D2-6E19-D8D09637A83D}"/>
          </ac:spMkLst>
        </pc:spChg>
      </pc:sldChg>
      <pc:sldChg chg="addSp delSp modSp new mod">
        <pc:chgData name="markata kovela kumari" userId="6d0919bc5079d995" providerId="LiveId" clId="{DB8AE9DF-B12C-4BB2-AE30-BFE608F43682}" dt="2026-02-20T18:25:23.922" v="368" actId="20577"/>
        <pc:sldMkLst>
          <pc:docMk/>
          <pc:sldMk cId="2888184417" sldId="257"/>
        </pc:sldMkLst>
        <pc:spChg chg="del">
          <ac:chgData name="markata kovela kumari" userId="6d0919bc5079d995" providerId="LiveId" clId="{DB8AE9DF-B12C-4BB2-AE30-BFE608F43682}" dt="2026-02-20T17:15:52.506" v="11" actId="478"/>
          <ac:spMkLst>
            <pc:docMk/>
            <pc:sldMk cId="2888184417" sldId="257"/>
            <ac:spMk id="2" creationId="{4CB9646C-8227-91A4-592A-23E71784B65C}"/>
          </ac:spMkLst>
        </pc:spChg>
        <pc:spChg chg="del">
          <ac:chgData name="markata kovela kumari" userId="6d0919bc5079d995" providerId="LiveId" clId="{DB8AE9DF-B12C-4BB2-AE30-BFE608F43682}" dt="2026-02-20T17:15:54.664" v="12" actId="478"/>
          <ac:spMkLst>
            <pc:docMk/>
            <pc:sldMk cId="2888184417" sldId="257"/>
            <ac:spMk id="3" creationId="{56743F32-7749-5965-E5B2-67817AFA22D5}"/>
          </ac:spMkLst>
        </pc:spChg>
        <pc:spChg chg="add mod">
          <ac:chgData name="markata kovela kumari" userId="6d0919bc5079d995" providerId="LiveId" clId="{DB8AE9DF-B12C-4BB2-AE30-BFE608F43682}" dt="2026-02-20T18:25:23.922" v="368" actId="20577"/>
          <ac:spMkLst>
            <pc:docMk/>
            <pc:sldMk cId="2888184417" sldId="257"/>
            <ac:spMk id="5" creationId="{9C5DC989-6977-E77B-D9FC-7C2C52CFCAAA}"/>
          </ac:spMkLst>
        </pc:spChg>
      </pc:sldChg>
      <pc:sldChg chg="delSp new del mod">
        <pc:chgData name="markata kovela kumari" userId="6d0919bc5079d995" providerId="LiveId" clId="{DB8AE9DF-B12C-4BB2-AE30-BFE608F43682}" dt="2026-02-20T17:19:25.314" v="22" actId="2696"/>
        <pc:sldMkLst>
          <pc:docMk/>
          <pc:sldMk cId="1290016258" sldId="258"/>
        </pc:sldMkLst>
        <pc:spChg chg="del">
          <ac:chgData name="markata kovela kumari" userId="6d0919bc5079d995" providerId="LiveId" clId="{DB8AE9DF-B12C-4BB2-AE30-BFE608F43682}" dt="2026-02-20T17:19:05.334" v="20" actId="478"/>
          <ac:spMkLst>
            <pc:docMk/>
            <pc:sldMk cId="1290016258" sldId="258"/>
            <ac:spMk id="2" creationId="{8395056B-19E3-22A8-351F-70F53D863092}"/>
          </ac:spMkLst>
        </pc:spChg>
        <pc:spChg chg="del">
          <ac:chgData name="markata kovela kumari" userId="6d0919bc5079d995" providerId="LiveId" clId="{DB8AE9DF-B12C-4BB2-AE30-BFE608F43682}" dt="2026-02-20T17:19:07.287" v="21" actId="478"/>
          <ac:spMkLst>
            <pc:docMk/>
            <pc:sldMk cId="1290016258" sldId="258"/>
            <ac:spMk id="3" creationId="{19FD8929-69D8-45C4-08C0-C393FB63ADAF}"/>
          </ac:spMkLst>
        </pc:spChg>
      </pc:sldChg>
      <pc:sldChg chg="addSp delSp modSp new mod">
        <pc:chgData name="markata kovela kumari" userId="6d0919bc5079d995" providerId="LiveId" clId="{DB8AE9DF-B12C-4BB2-AE30-BFE608F43682}" dt="2026-02-20T17:22:15.371" v="52" actId="2711"/>
        <pc:sldMkLst>
          <pc:docMk/>
          <pc:sldMk cId="1544173282" sldId="258"/>
        </pc:sldMkLst>
        <pc:spChg chg="del mod">
          <ac:chgData name="markata kovela kumari" userId="6d0919bc5079d995" providerId="LiveId" clId="{DB8AE9DF-B12C-4BB2-AE30-BFE608F43682}" dt="2026-02-20T17:20:33.222" v="28" actId="478"/>
          <ac:spMkLst>
            <pc:docMk/>
            <pc:sldMk cId="1544173282" sldId="258"/>
            <ac:spMk id="2" creationId="{3C30D88C-293F-B6D3-B00D-12C3EF8DD1D0}"/>
          </ac:spMkLst>
        </pc:spChg>
        <pc:spChg chg="add mod">
          <ac:chgData name="markata kovela kumari" userId="6d0919bc5079d995" providerId="LiveId" clId="{DB8AE9DF-B12C-4BB2-AE30-BFE608F43682}" dt="2026-02-20T17:22:15.371" v="52" actId="2711"/>
          <ac:spMkLst>
            <pc:docMk/>
            <pc:sldMk cId="1544173282" sldId="258"/>
            <ac:spMk id="4" creationId="{237F36BE-FDC6-85EC-D8EA-A6B3ED11778A}"/>
          </ac:spMkLst>
        </pc:spChg>
      </pc:sldChg>
      <pc:sldChg chg="addSp delSp modSp new mod">
        <pc:chgData name="markata kovela kumari" userId="6d0919bc5079d995" providerId="LiveId" clId="{DB8AE9DF-B12C-4BB2-AE30-BFE608F43682}" dt="2026-02-20T17:24:06.683" v="68" actId="403"/>
        <pc:sldMkLst>
          <pc:docMk/>
          <pc:sldMk cId="2522905689" sldId="259"/>
        </pc:sldMkLst>
        <pc:spChg chg="del">
          <ac:chgData name="markata kovela kumari" userId="6d0919bc5079d995" providerId="LiveId" clId="{DB8AE9DF-B12C-4BB2-AE30-BFE608F43682}" dt="2026-02-20T17:23:18.825" v="58" actId="21"/>
          <ac:spMkLst>
            <pc:docMk/>
            <pc:sldMk cId="2522905689" sldId="259"/>
            <ac:spMk id="2" creationId="{F5932942-A709-607E-2374-6522125EBEEB}"/>
          </ac:spMkLst>
        </pc:spChg>
        <pc:spChg chg="add mod">
          <ac:chgData name="markata kovela kumari" userId="6d0919bc5079d995" providerId="LiveId" clId="{DB8AE9DF-B12C-4BB2-AE30-BFE608F43682}" dt="2026-02-20T17:24:06.683" v="68" actId="403"/>
          <ac:spMkLst>
            <pc:docMk/>
            <pc:sldMk cId="2522905689" sldId="259"/>
            <ac:spMk id="4" creationId="{8BFB71E0-F0C2-3FD1-849D-0810529C7898}"/>
          </ac:spMkLst>
        </pc:spChg>
      </pc:sldChg>
      <pc:sldChg chg="modSp new del mod">
        <pc:chgData name="markata kovela kumari" userId="6d0919bc5079d995" providerId="LiveId" clId="{DB8AE9DF-B12C-4BB2-AE30-BFE608F43682}" dt="2026-02-20T17:23:04.951" v="56" actId="2696"/>
        <pc:sldMkLst>
          <pc:docMk/>
          <pc:sldMk cId="2754561864" sldId="259"/>
        </pc:sldMkLst>
        <pc:spChg chg="mod">
          <ac:chgData name="markata kovela kumari" userId="6d0919bc5079d995" providerId="LiveId" clId="{DB8AE9DF-B12C-4BB2-AE30-BFE608F43682}" dt="2026-02-20T17:22:48.676" v="55" actId="27636"/>
          <ac:spMkLst>
            <pc:docMk/>
            <pc:sldMk cId="2754561864" sldId="259"/>
            <ac:spMk id="2" creationId="{3CBC860F-1015-36DC-356B-9C64A584E337}"/>
          </ac:spMkLst>
        </pc:spChg>
      </pc:sldChg>
      <pc:sldChg chg="addSp delSp modSp new mod">
        <pc:chgData name="markata kovela kumari" userId="6d0919bc5079d995" providerId="LiveId" clId="{DB8AE9DF-B12C-4BB2-AE30-BFE608F43682}" dt="2026-02-20T17:26:20.005" v="96" actId="2711"/>
        <pc:sldMkLst>
          <pc:docMk/>
          <pc:sldMk cId="1970543898" sldId="260"/>
        </pc:sldMkLst>
        <pc:spChg chg="del">
          <ac:chgData name="markata kovela kumari" userId="6d0919bc5079d995" providerId="LiveId" clId="{DB8AE9DF-B12C-4BB2-AE30-BFE608F43682}" dt="2026-02-20T17:24:50.269" v="70" actId="21"/>
          <ac:spMkLst>
            <pc:docMk/>
            <pc:sldMk cId="1970543898" sldId="260"/>
            <ac:spMk id="2" creationId="{192E35DC-5F2C-AE4A-42F1-3310C4999B93}"/>
          </ac:spMkLst>
        </pc:spChg>
        <pc:spChg chg="add mod">
          <ac:chgData name="markata kovela kumari" userId="6d0919bc5079d995" providerId="LiveId" clId="{DB8AE9DF-B12C-4BB2-AE30-BFE608F43682}" dt="2026-02-20T17:26:20.005" v="96" actId="2711"/>
          <ac:spMkLst>
            <pc:docMk/>
            <pc:sldMk cId="1970543898" sldId="260"/>
            <ac:spMk id="4" creationId="{5941333C-595D-ABB5-4E53-C43A2D0FCA82}"/>
          </ac:spMkLst>
        </pc:spChg>
      </pc:sldChg>
      <pc:sldChg chg="addSp delSp modSp new mod">
        <pc:chgData name="markata kovela kumari" userId="6d0919bc5079d995" providerId="LiveId" clId="{DB8AE9DF-B12C-4BB2-AE30-BFE608F43682}" dt="2026-02-20T17:28:12.401" v="105" actId="20577"/>
        <pc:sldMkLst>
          <pc:docMk/>
          <pc:sldMk cId="3811676463" sldId="261"/>
        </pc:sldMkLst>
        <pc:spChg chg="del mod">
          <ac:chgData name="markata kovela kumari" userId="6d0919bc5079d995" providerId="LiveId" clId="{DB8AE9DF-B12C-4BB2-AE30-BFE608F43682}" dt="2026-02-20T17:27:02.240" v="99" actId="21"/>
          <ac:spMkLst>
            <pc:docMk/>
            <pc:sldMk cId="3811676463" sldId="261"/>
            <ac:spMk id="2" creationId="{441E8D9B-B240-86EA-5471-32D5D9D5C0A6}"/>
          </ac:spMkLst>
        </pc:spChg>
        <pc:spChg chg="add mod">
          <ac:chgData name="markata kovela kumari" userId="6d0919bc5079d995" providerId="LiveId" clId="{DB8AE9DF-B12C-4BB2-AE30-BFE608F43682}" dt="2026-02-20T17:28:12.401" v="105" actId="20577"/>
          <ac:spMkLst>
            <pc:docMk/>
            <pc:sldMk cId="3811676463" sldId="261"/>
            <ac:spMk id="4" creationId="{079BA97F-BFF6-6F37-808C-93B2F86FE3AC}"/>
          </ac:spMkLst>
        </pc:spChg>
      </pc:sldChg>
      <pc:sldChg chg="addSp delSp modSp new mod">
        <pc:chgData name="markata kovela kumari" userId="6d0919bc5079d995" providerId="LiveId" clId="{DB8AE9DF-B12C-4BB2-AE30-BFE608F43682}" dt="2026-02-20T17:29:19.579" v="116" actId="14100"/>
        <pc:sldMkLst>
          <pc:docMk/>
          <pc:sldMk cId="996452713" sldId="262"/>
        </pc:sldMkLst>
        <pc:spChg chg="del">
          <ac:chgData name="markata kovela kumari" userId="6d0919bc5079d995" providerId="LiveId" clId="{DB8AE9DF-B12C-4BB2-AE30-BFE608F43682}" dt="2026-02-20T17:28:23.879" v="107" actId="21"/>
          <ac:spMkLst>
            <pc:docMk/>
            <pc:sldMk cId="996452713" sldId="262"/>
            <ac:spMk id="2" creationId="{78979D52-F24F-5AAC-E811-34178A2D8C3D}"/>
          </ac:spMkLst>
        </pc:spChg>
        <pc:spChg chg="add mod">
          <ac:chgData name="markata kovela kumari" userId="6d0919bc5079d995" providerId="LiveId" clId="{DB8AE9DF-B12C-4BB2-AE30-BFE608F43682}" dt="2026-02-20T17:29:19.579" v="116" actId="14100"/>
          <ac:spMkLst>
            <pc:docMk/>
            <pc:sldMk cId="996452713" sldId="262"/>
            <ac:spMk id="4" creationId="{E5160521-F834-72ED-567C-359E7561E21F}"/>
          </ac:spMkLst>
        </pc:spChg>
      </pc:sldChg>
      <pc:sldChg chg="addSp delSp modSp new mod">
        <pc:chgData name="markata kovela kumari" userId="6d0919bc5079d995" providerId="LiveId" clId="{DB8AE9DF-B12C-4BB2-AE30-BFE608F43682}" dt="2026-02-20T17:31:40.734" v="136" actId="1076"/>
        <pc:sldMkLst>
          <pc:docMk/>
          <pc:sldMk cId="1243725867" sldId="263"/>
        </pc:sldMkLst>
        <pc:spChg chg="del">
          <ac:chgData name="markata kovela kumari" userId="6d0919bc5079d995" providerId="LiveId" clId="{DB8AE9DF-B12C-4BB2-AE30-BFE608F43682}" dt="2026-02-20T17:29:44.729" v="118" actId="21"/>
          <ac:spMkLst>
            <pc:docMk/>
            <pc:sldMk cId="1243725867" sldId="263"/>
            <ac:spMk id="2" creationId="{61CB9BCC-CB1B-0E38-D3BB-6B1A3D653779}"/>
          </ac:spMkLst>
        </pc:spChg>
        <pc:spChg chg="add del mod">
          <ac:chgData name="markata kovela kumari" userId="6d0919bc5079d995" providerId="LiveId" clId="{DB8AE9DF-B12C-4BB2-AE30-BFE608F43682}" dt="2026-02-20T17:29:55.122" v="120" actId="21"/>
          <ac:spMkLst>
            <pc:docMk/>
            <pc:sldMk cId="1243725867" sldId="263"/>
            <ac:spMk id="3" creationId="{61CB9BCC-CB1B-0E38-D3BB-6B1A3D653779}"/>
          </ac:spMkLst>
        </pc:spChg>
        <pc:spChg chg="add del mod">
          <ac:chgData name="markata kovela kumari" userId="6d0919bc5079d995" providerId="LiveId" clId="{DB8AE9DF-B12C-4BB2-AE30-BFE608F43682}" dt="2026-02-20T17:30:16.458" v="122" actId="21"/>
          <ac:spMkLst>
            <pc:docMk/>
            <pc:sldMk cId="1243725867" sldId="263"/>
            <ac:spMk id="4" creationId="{61CB9BCC-CB1B-0E38-D3BB-6B1A3D653779}"/>
          </ac:spMkLst>
        </pc:spChg>
        <pc:spChg chg="add del mod">
          <ac:chgData name="markata kovela kumari" userId="6d0919bc5079d995" providerId="LiveId" clId="{DB8AE9DF-B12C-4BB2-AE30-BFE608F43682}" dt="2026-02-20T17:30:26.667" v="124" actId="21"/>
          <ac:spMkLst>
            <pc:docMk/>
            <pc:sldMk cId="1243725867" sldId="263"/>
            <ac:spMk id="5" creationId="{61CB9BCC-CB1B-0E38-D3BB-6B1A3D653779}"/>
          </ac:spMkLst>
        </pc:spChg>
        <pc:spChg chg="add mod">
          <ac:chgData name="markata kovela kumari" userId="6d0919bc5079d995" providerId="LiveId" clId="{DB8AE9DF-B12C-4BB2-AE30-BFE608F43682}" dt="2026-02-20T17:31:40.734" v="136" actId="1076"/>
          <ac:spMkLst>
            <pc:docMk/>
            <pc:sldMk cId="1243725867" sldId="263"/>
            <ac:spMk id="7" creationId="{6B5EC427-F9F1-53A3-02E6-4AC0F7C101E2}"/>
          </ac:spMkLst>
        </pc:spChg>
      </pc:sldChg>
      <pc:sldChg chg="addSp delSp modSp new mod ord">
        <pc:chgData name="markata kovela kumari" userId="6d0919bc5079d995" providerId="LiveId" clId="{DB8AE9DF-B12C-4BB2-AE30-BFE608F43682}" dt="2026-02-20T19:00:40.056" v="459" actId="20577"/>
        <pc:sldMkLst>
          <pc:docMk/>
          <pc:sldMk cId="1288225083" sldId="264"/>
        </pc:sldMkLst>
        <pc:spChg chg="add del mod">
          <ac:chgData name="markata kovela kumari" userId="6d0919bc5079d995" providerId="LiveId" clId="{DB8AE9DF-B12C-4BB2-AE30-BFE608F43682}" dt="2026-02-20T19:00:40.056" v="459" actId="20577"/>
          <ac:spMkLst>
            <pc:docMk/>
            <pc:sldMk cId="1288225083" sldId="264"/>
            <ac:spMk id="2" creationId="{39A53950-18D5-2504-E60F-CCBD28E761F5}"/>
          </ac:spMkLst>
        </pc:spChg>
        <pc:spChg chg="add del mod">
          <ac:chgData name="markata kovela kumari" userId="6d0919bc5079d995" providerId="LiveId" clId="{DB8AE9DF-B12C-4BB2-AE30-BFE608F43682}" dt="2026-02-20T18:23:03.179" v="297" actId="21"/>
          <ac:spMkLst>
            <pc:docMk/>
            <pc:sldMk cId="1288225083" sldId="264"/>
            <ac:spMk id="4" creationId="{262AF79D-2D94-00D1-7C0A-F132F612BDA1}"/>
          </ac:spMkLst>
        </pc:spChg>
        <pc:spChg chg="add del">
          <ac:chgData name="markata kovela kumari" userId="6d0919bc5079d995" providerId="LiveId" clId="{DB8AE9DF-B12C-4BB2-AE30-BFE608F43682}" dt="2026-02-20T18:23:38.493" v="322" actId="478"/>
          <ac:spMkLst>
            <pc:docMk/>
            <pc:sldMk cId="1288225083" sldId="264"/>
            <ac:spMk id="6" creationId="{0DF0793E-A48D-3B58-15F9-5918713AB278}"/>
          </ac:spMkLst>
        </pc:spChg>
        <pc:spChg chg="add del mod">
          <ac:chgData name="markata kovela kumari" userId="6d0919bc5079d995" providerId="LiveId" clId="{DB8AE9DF-B12C-4BB2-AE30-BFE608F43682}" dt="2026-02-20T18:29:57.746" v="441" actId="21"/>
          <ac:spMkLst>
            <pc:docMk/>
            <pc:sldMk cId="1288225083" sldId="264"/>
            <ac:spMk id="8" creationId="{F7435D9C-D30C-5DF3-716F-6E69C4A572C5}"/>
          </ac:spMkLst>
        </pc:spChg>
      </pc:sldChg>
      <pc:sldChg chg="new del">
        <pc:chgData name="markata kovela kumari" userId="6d0919bc5079d995" providerId="LiveId" clId="{DB8AE9DF-B12C-4BB2-AE30-BFE608F43682}" dt="2026-02-20T18:17:35.763" v="139" actId="2696"/>
        <pc:sldMkLst>
          <pc:docMk/>
          <pc:sldMk cId="2149395131" sldId="264"/>
        </pc:sldMkLst>
      </pc:sldChg>
      <pc:sldChg chg="new del ord">
        <pc:chgData name="markata kovela kumari" userId="6d0919bc5079d995" providerId="LiveId" clId="{DB8AE9DF-B12C-4BB2-AE30-BFE608F43682}" dt="2026-02-20T18:18:00.258" v="143" actId="2696"/>
        <pc:sldMkLst>
          <pc:docMk/>
          <pc:sldMk cId="371783600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99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81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8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42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1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1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9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70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27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3194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968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6947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938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044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4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5ECFD-E6DD-415A-B64D-E726BBDF694E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46E79A-7205-4521-A0FD-630EC8910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10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3950-18D5-2504-E60F-CCBD28E7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College Name </a:t>
            </a:r>
            <a:r>
              <a:rPr lang="en-US" dirty="0">
                <a:solidFill>
                  <a:schemeClr val="tx2"/>
                </a:solidFill>
              </a:rPr>
              <a:t>: Ashoka Women’s Engineering                                                College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</a:rPr>
              <a:t>                Final Project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Title Name 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Deep learning fundus image analysis for early detection of diabetic retinopathy</a:t>
            </a:r>
            <a:br>
              <a:rPr lang="en-US" dirty="0">
                <a:solidFill>
                  <a:schemeClr val="tx2"/>
                </a:solidFill>
              </a:rPr>
            </a:br>
            <a:br>
              <a:rPr lang="en-US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Name </a:t>
            </a:r>
            <a:r>
              <a:rPr lang="en-US" dirty="0">
                <a:solidFill>
                  <a:schemeClr val="tx2"/>
                </a:solidFill>
              </a:rPr>
              <a:t>: Markata Kovela Kumari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Department </a:t>
            </a:r>
            <a:r>
              <a:rPr lang="en-US" dirty="0">
                <a:solidFill>
                  <a:schemeClr val="tx2"/>
                </a:solidFill>
              </a:rPr>
              <a:t>: CSE</a:t>
            </a:r>
            <a:br>
              <a:rPr lang="en-US">
                <a:solidFill>
                  <a:schemeClr val="tx2"/>
                </a:solidFill>
              </a:rPr>
            </a:br>
            <a:r>
              <a:rPr lang="en-US" b="1">
                <a:solidFill>
                  <a:schemeClr val="accent4">
                    <a:lumMod val="75000"/>
                  </a:schemeClr>
                </a:solidFill>
              </a:rPr>
              <a:t>Submitted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by </a:t>
            </a:r>
            <a:r>
              <a:rPr lang="en-US" dirty="0">
                <a:solidFill>
                  <a:schemeClr val="tx2"/>
                </a:solidFill>
              </a:rPr>
              <a:t>: Markata Kovela Kumari</a:t>
            </a:r>
            <a:br>
              <a:rPr lang="en-US" dirty="0">
                <a:solidFill>
                  <a:schemeClr val="tx2"/>
                </a:solidFill>
              </a:rPr>
            </a:br>
            <a:br>
              <a:rPr lang="en-US" dirty="0">
                <a:solidFill>
                  <a:schemeClr val="tx2"/>
                </a:solidFill>
              </a:rPr>
            </a:br>
            <a:br>
              <a:rPr lang="en-US">
                <a:solidFill>
                  <a:schemeClr val="tx2"/>
                </a:solidFill>
              </a:rPr>
            </a:b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22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5DC989-6977-E77B-D9FC-7C2C52CFCAAA}"/>
              </a:ext>
            </a:extLst>
          </p:cNvPr>
          <p:cNvSpPr txBox="1"/>
          <p:nvPr/>
        </p:nvSpPr>
        <p:spPr>
          <a:xfrm>
            <a:off x="530941" y="344129"/>
            <a:ext cx="111989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Introduction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Diabetic Retinopathy (DR) is a complication of diabetes affecting the retina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Caused by damage to blood vessels in the eye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Early stage → No symptoms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Late stage → Vision loss or blindness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Millions of patients are at risk worldwide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Manual diagnosis requires expert ophthalmologists</a:t>
            </a:r>
          </a:p>
          <a:p>
            <a:pPr>
              <a:buNone/>
            </a:pPr>
            <a:r>
              <a:rPr lang="en-US" sz="2800" b="1" dirty="0"/>
              <a:t>Need:</a:t>
            </a:r>
            <a:r>
              <a:rPr lang="en-US" sz="2800" dirty="0"/>
              <a:t> Automated early detection system</a:t>
            </a:r>
          </a:p>
        </p:txBody>
      </p:sp>
    </p:spTree>
    <p:extLst>
      <p:ext uri="{BB962C8B-B14F-4D97-AF65-F5344CB8AC3E}">
        <p14:creationId xmlns:p14="http://schemas.microsoft.com/office/powerpoint/2010/main" val="288818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7F36BE-FDC6-85EC-D8EA-A6B3ED11778A}"/>
              </a:ext>
            </a:extLst>
          </p:cNvPr>
          <p:cNvSpPr txBox="1"/>
          <p:nvPr/>
        </p:nvSpPr>
        <p:spPr>
          <a:xfrm>
            <a:off x="511278" y="875070"/>
            <a:ext cx="8305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Problem Statement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DR detection is slow and expensive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Shortage of eye specialists in rural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Large population requires screening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Patients ignore symptoms until late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ptos Narrow" panose="020B0004020202020204" pitchFamily="34" charset="0"/>
              </a:rPr>
              <a:t>Manual analysis prone to human error</a:t>
            </a:r>
          </a:p>
          <a:p>
            <a:pPr>
              <a:buNone/>
            </a:pPr>
            <a:r>
              <a:rPr lang="en-US" sz="2800" b="1" dirty="0">
                <a:latin typeface="Aptos Narrow" panose="020B0004020202020204" pitchFamily="34" charset="0"/>
              </a:rPr>
              <a:t>Goal:</a:t>
            </a:r>
            <a:br>
              <a:rPr lang="en-US" sz="2800" dirty="0">
                <a:latin typeface="Aptos Narrow" panose="020B0004020202020204" pitchFamily="34" charset="0"/>
              </a:rPr>
            </a:br>
            <a:r>
              <a:rPr lang="en-US" sz="2800" dirty="0">
                <a:latin typeface="Aptos Narrow" panose="020B0004020202020204" pitchFamily="34" charset="0"/>
              </a:rPr>
              <a:t>Develop an AI system to automatically detect DR from retinal images</a:t>
            </a:r>
          </a:p>
        </p:txBody>
      </p:sp>
    </p:spTree>
    <p:extLst>
      <p:ext uri="{BB962C8B-B14F-4D97-AF65-F5344CB8AC3E}">
        <p14:creationId xmlns:p14="http://schemas.microsoft.com/office/powerpoint/2010/main" val="154417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FB71E0-F0C2-3FD1-849D-0810529C7898}"/>
              </a:ext>
            </a:extLst>
          </p:cNvPr>
          <p:cNvSpPr txBox="1"/>
          <p:nvPr/>
        </p:nvSpPr>
        <p:spPr>
          <a:xfrm>
            <a:off x="609600" y="648929"/>
            <a:ext cx="656549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Proposed Solution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Deep Learning (CNN) to analyze fundus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Classify images into DR severity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Integrate model into a web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 users to upload retinal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System predicts disease stage instantly</a:t>
            </a:r>
          </a:p>
          <a:p>
            <a:pPr>
              <a:buNone/>
            </a:pPr>
            <a:r>
              <a:rPr lang="en-US" sz="2400" b="1" dirty="0"/>
              <a:t>Advantages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Low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Remote accessibility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90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41333C-595D-ABB5-4E53-C43A2D0FCA82}"/>
              </a:ext>
            </a:extLst>
          </p:cNvPr>
          <p:cNvSpPr txBox="1"/>
          <p:nvPr/>
        </p:nvSpPr>
        <p:spPr>
          <a:xfrm>
            <a:off x="609600" y="688259"/>
            <a:ext cx="85417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</a:t>
            </a:r>
            <a:r>
              <a:rPr lang="en-IN" sz="2800" b="1" dirty="0"/>
              <a:t>Methodology / Workflow</a:t>
            </a:r>
          </a:p>
          <a:p>
            <a:pPr>
              <a:buNone/>
            </a:pPr>
            <a:endParaRPr lang="en-IN" sz="2800" b="1" dirty="0">
              <a:latin typeface="Aptos Narrow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800" dirty="0">
                <a:latin typeface="Aptos Narrow" panose="020B0004020202020204" pitchFamily="34" charset="0"/>
              </a:rPr>
              <a:t>Collect Fundus Image Dataset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Aptos Narrow" panose="020B0004020202020204" pitchFamily="34" charset="0"/>
              </a:rPr>
              <a:t>Preprocess Images (Resize, Normalize)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Aptos Narrow" panose="020B0004020202020204" pitchFamily="34" charset="0"/>
              </a:rPr>
              <a:t>Train CNN Model (</a:t>
            </a:r>
            <a:r>
              <a:rPr lang="en-IN" sz="2800" dirty="0" err="1">
                <a:latin typeface="Aptos Narrow" panose="020B0004020202020204" pitchFamily="34" charset="0"/>
              </a:rPr>
              <a:t>Xception</a:t>
            </a:r>
            <a:r>
              <a:rPr lang="en-IN" sz="2800" dirty="0">
                <a:latin typeface="Aptos Narrow" panose="020B0004020202020204" pitchFamily="34" charset="0"/>
              </a:rPr>
              <a:t> Transfer Learning)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Aptos Narrow" panose="020B0004020202020204" pitchFamily="34" charset="0"/>
              </a:rPr>
              <a:t>Save trained model (.h5)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Aptos Narrow" panose="020B0004020202020204" pitchFamily="34" charset="0"/>
              </a:rPr>
              <a:t>Integrate with Flask Web Application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Aptos Narrow" panose="020B0004020202020204" pitchFamily="34" charset="0"/>
              </a:rPr>
              <a:t>Upload Image → Predict DR Stage → Show Result</a:t>
            </a:r>
          </a:p>
          <a:p>
            <a:pPr>
              <a:buNone/>
            </a:pPr>
            <a:br>
              <a:rPr lang="en-IN" sz="2800" dirty="0">
                <a:latin typeface="Aptos Narrow" panose="020B0004020202020204" pitchFamily="34" charset="0"/>
              </a:rPr>
            </a:br>
            <a:endParaRPr lang="en-IN" sz="28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4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BA97F-BFF6-6F37-808C-93B2F86FE3AC}"/>
              </a:ext>
            </a:extLst>
          </p:cNvPr>
          <p:cNvSpPr txBox="1"/>
          <p:nvPr/>
        </p:nvSpPr>
        <p:spPr>
          <a:xfrm>
            <a:off x="796413" y="658761"/>
            <a:ext cx="835496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System Implementation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400" b="1" dirty="0"/>
              <a:t>Technologies Used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TensorFlow / </a:t>
            </a:r>
            <a:r>
              <a:rPr lang="en-IN" sz="2400" dirty="0" err="1"/>
              <a:t>Keras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CNN (</a:t>
            </a:r>
            <a:r>
              <a:rPr lang="en-IN" sz="2400" dirty="0" err="1"/>
              <a:t>Xception</a:t>
            </a:r>
            <a:r>
              <a:rPr lang="en-IN" sz="2400" dirty="0"/>
              <a:t> Model)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Flask Web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HTML, CSS, JavaScript</a:t>
            </a:r>
          </a:p>
          <a:p>
            <a:pPr>
              <a:buNone/>
            </a:pPr>
            <a:r>
              <a:rPr lang="en-IN" sz="2400" b="1" dirty="0"/>
              <a:t>Output Classes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No DR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Mild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Moderate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Severe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Proliferative DR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67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160521-F834-72ED-567C-359E7561E21F}"/>
              </a:ext>
            </a:extLst>
          </p:cNvPr>
          <p:cNvSpPr txBox="1"/>
          <p:nvPr/>
        </p:nvSpPr>
        <p:spPr>
          <a:xfrm>
            <a:off x="422787" y="983225"/>
            <a:ext cx="872858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Applications (Scenarios)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400" b="1" dirty="0"/>
              <a:t>Early Disease Detection</a:t>
            </a:r>
          </a:p>
          <a:p>
            <a:pPr>
              <a:buNone/>
            </a:pPr>
            <a:r>
              <a:rPr lang="en-US" sz="2400" dirty="0"/>
              <a:t>Doctors can identify DR before vision loss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Screening Programs</a:t>
            </a:r>
          </a:p>
          <a:p>
            <a:pPr>
              <a:buNone/>
            </a:pPr>
            <a:r>
              <a:rPr lang="en-US" sz="2400" dirty="0"/>
              <a:t>Hospitals can screen thousands of patients quickly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Telemedicine</a:t>
            </a:r>
          </a:p>
          <a:p>
            <a:pPr>
              <a:buNone/>
            </a:pPr>
            <a:r>
              <a:rPr lang="en-US" sz="2400" dirty="0"/>
              <a:t>Patients upload images from home and get remote diagnosis</a:t>
            </a:r>
          </a:p>
        </p:txBody>
      </p:sp>
    </p:spTree>
    <p:extLst>
      <p:ext uri="{BB962C8B-B14F-4D97-AF65-F5344CB8AC3E}">
        <p14:creationId xmlns:p14="http://schemas.microsoft.com/office/powerpoint/2010/main" val="99645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5EC427-F9F1-53A3-02E6-4AC0F7C101E2}"/>
              </a:ext>
            </a:extLst>
          </p:cNvPr>
          <p:cNvSpPr txBox="1"/>
          <p:nvPr/>
        </p:nvSpPr>
        <p:spPr>
          <a:xfrm>
            <a:off x="845574" y="688258"/>
            <a:ext cx="9180871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Conclusion &amp; Future Work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Conclusion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Automated DR detection system developed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Helps early diagnosis and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Reduces blindness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Useful in rural healthcare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Future Enhancements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Mobile App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Real-time camera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Cloud hospital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Severity heatmap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7258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</TotalTime>
  <Words>334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Narrow</vt:lpstr>
      <vt:lpstr>Arial</vt:lpstr>
      <vt:lpstr>Trebuchet MS</vt:lpstr>
      <vt:lpstr>Wingdings 3</vt:lpstr>
      <vt:lpstr>Facet</vt:lpstr>
      <vt:lpstr> College Name : Ashoka Women’s Engineering                                                College                 Final Project  Title Name  Deep learning fundus image analysis for early detection of diabetic retinopathy  Name : Markata Kovela Kumari Department : CSE Submitted by : Markata Kovela Kumari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markata kovela kumari</dc:creator>
  <cp:lastModifiedBy>markata kovela kumari</cp:lastModifiedBy>
  <cp:revision>1</cp:revision>
  <dcterms:created xsi:type="dcterms:W3CDTF">2026-02-20T17:13:49Z</dcterms:created>
  <dcterms:modified xsi:type="dcterms:W3CDTF">2026-02-20T19:00:44Z</dcterms:modified>
</cp:coreProperties>
</file>